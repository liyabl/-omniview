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EAF2FF"/>
                </a:solidFill>
                <a:latin typeface="微软雅黑"/>
              </a:defRPr>
            </a:pPr>
            <a:r>
              <a:t>万象查看器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7AA2FF"/>
                </a:solidFill>
                <a:latin typeface="微软雅黑"/>
              </a:defRPr>
            </a:pPr>
            <a:r>
              <a:t>演示文稿版式验收 · 16:9 · 中文与图形</a:t>
            </a:r>
          </a:p>
        </p:txBody>
      </p:sp>
      <p:pic>
        <p:nvPicPr>
          <p:cNvPr id="5" name="Picture 4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6583680" cy="3511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3200400"/>
            <a:ext cx="3566160" cy="2377440"/>
          </a:xfrm>
          <a:prstGeom prst="roundRect">
            <a:avLst/>
          </a:prstGeom>
          <a:solidFill>
            <a:srgbClr val="13223B"/>
          </a:solidFill>
          <a:ln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000">
                <a:solidFill>
                  <a:srgbClr val="E6FFFA"/>
                </a:solidFill>
                <a:latin typeface="微软雅黑"/>
              </a:defRPr>
            </a:pPr>
            <a:r>
              <a:t>版式</a:t>
            </a:r>
          </a:p>
          <a:p>
            <a:pPr>
              <a:defRPr sz="2000">
                <a:solidFill>
                  <a:srgbClr val="E6FFFA"/>
                </a:solidFill>
                <a:latin typeface="微软雅黑"/>
              </a:defRPr>
            </a:pPr>
            <a:r>
              <a:t>• 字体与字号</a:t>
            </a:r>
          </a:p>
          <a:p>
            <a:pPr>
              <a:defRPr sz="2000">
                <a:solidFill>
                  <a:srgbClr val="E6FFFA"/>
                </a:solidFill>
                <a:latin typeface="微软雅黑"/>
              </a:defRPr>
            </a:pPr>
            <a:r>
              <a:t>• 图片与形状</a:t>
            </a:r>
          </a:p>
          <a:p>
            <a:pPr>
              <a:defRPr sz="2000">
                <a:solidFill>
                  <a:srgbClr val="E6FFFA"/>
                </a:solidFill>
                <a:latin typeface="微软雅黑"/>
              </a:defRPr>
            </a:pPr>
            <a:r>
              <a:t>• 中文标点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202C"/>
                </a:solidFill>
                <a:latin typeface="微软雅黑"/>
              </a:defRPr>
            </a:pPr>
            <a:r>
              <a:t>第二页 · 浅色主题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3748"/>
                </a:solidFill>
                <a:latin typeface="微软雅黑"/>
              </a:defRPr>
            </a:pPr>
            <a:r>
              <a:t>这是第二页，用于验证幻灯片缩略图、翻页与全屏展示。</a:t>
            </a:r>
          </a:p>
          <a:p>
            <a:pPr>
              <a:defRPr sz="2200">
                <a:solidFill>
                  <a:srgbClr val="2D3748"/>
                </a:solidFill>
                <a:latin typeface="微软雅黑"/>
              </a:defRPr>
            </a:pPr>
            <a:r>
              <a:t>特殊字符：¥ € £ © ® ™ ← ↑ → ↓ ✓ ✗ ★ 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